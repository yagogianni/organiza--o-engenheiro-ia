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77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27882"/>
            <a:ext cx="6296860" cy="220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00" b="1" kern="0" spc="-13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Seu negócio atendendo clientes às 2h da manhã.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661475" y="4058047"/>
            <a:ext cx="6296860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8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 sobrecarregar sua equipe.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61475" y="4712891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Assistente Virtual com IA no WhatsApp — 24 horas por dia, 7 dias por semana — trabalhando junto com sua equipe.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395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primeiro atendimento acontece automaticamente.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392" y="1359198"/>
            <a:ext cx="7606812" cy="34814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16970" y="3876382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Equipe assume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317138" y="3876382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Coleta de dados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27089" y="3876382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Assistente responde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97912" y="3876382"/>
            <a:ext cx="1428127" cy="55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Cliente envia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1475" y="5012928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o cliente envia uma mensagem, a IA responde, entende a demanda e coleta os dados essenciais. Se necessário, a equipe recebe tudo organizado para continuar o atendimento.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5702300"/>
            <a:ext cx="10868745" cy="634305"/>
          </a:xfrm>
          <a:prstGeom prst="roundRect">
            <a:avLst>
              <a:gd name="adj" fmla="val 1126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" y="5920482"/>
            <a:ext cx="212620" cy="1700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4209" y="5897860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faz o primeiro atendimento. Sua equipe assume quando é necessário.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046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WhatsApp não deveria consumir o tempo da sua equipe.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19784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56832" y="291514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Cliente esperando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323828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Mensagens chegam enquanto a equipe está atendendo presencialmente. O cliente fica esperando resposta.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719784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42716" y="291514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Perguntas repetitivas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323828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Horários, procedimentos e valores ocupam boa parte do atendimento. A equipe responde as mesmas coisas todos os dias.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719784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228600" y="2915146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Mensagens fora do horário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323828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cliente chama à noite, no fim de semana ou no feriado e precisa esperar até a equipe voltar.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94149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209183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5177730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cuida do primeiro contato. Sua equipe cuida das pessoas.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0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Sua equipe com uma assistente no WhatsApp.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17749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2646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Atendimento 24/7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2635151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imediatamente, inclusive fora do horário do negócio.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517749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22646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Responde as dúvidas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2635151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Procedimentos, valores e informações configuradas pelo negócio.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18012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326731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Faz o pré-atendimento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4735413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Coleta nome, necessidade e horário de preferência.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618012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326731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Sua equipe no controle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4735413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organiza o primeiro atendimento e sua equipe assume quando precisa entrar na conversa.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61475" y="5552877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820569"/>
            <a:ext cx="236234" cy="1890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75723" y="5789116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é para substituir sua equipe. É para fazer sua equipe render mais.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17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 'Oi' ao atendimento organizado.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020" y="1362273"/>
            <a:ext cx="8297556" cy="30037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56192" y="3632807"/>
            <a:ext cx="2244288" cy="259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Equipe da continuidade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56192" y="2727448"/>
            <a:ext cx="2078579" cy="259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responde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556192" y="1812850"/>
            <a:ext cx="2078579" cy="259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Cliente manda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475" y="4519613"/>
            <a:ext cx="10868745" cy="102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ETAPA 1 - Cliente manda mensagem: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qualquer hora, pelo WhatsApp.     </a:t>
            </a:r>
            <a:endParaRPr lang="en-US" sz="1250" dirty="0"/>
          </a:p>
          <a:p>
            <a:pPr marL="0" indent="0" algn="l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ETAPA 2 - IA faz o primeiro atendimento: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Responde, tira dúvidas e coleta as informações.     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ETAPA 3 - Equipe recebe tudo organizado: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equipe entra quando necessário e confirma o atendimento.     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1475" y="5693569"/>
            <a:ext cx="10868745" cy="577255"/>
          </a:xfrm>
          <a:prstGeom prst="roundRect">
            <a:avLst>
              <a:gd name="adj" fmla="val 1169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06" y="5888335"/>
            <a:ext cx="200814" cy="160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3551" y="5870178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trabalha nos bastidores. Sua equipe continua no comando.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921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Uma assistente treinada para o seu negócio.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53283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negócio tem suas regras, seus procedimentos e seu jeito de falar com o cliente. O assistente é configurado com os dados reais do seu negócio.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74540"/>
            <a:ext cx="5284556" cy="73709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4586" y="2150963"/>
            <a:ext cx="184245" cy="1842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5363" y="2010073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Nome do negócio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91408"/>
            <a:ext cx="5284556" cy="737096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4586" y="2967831"/>
            <a:ext cx="184245" cy="184249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245363" y="2826941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Horários</a:t>
            </a:r>
            <a:endParaRPr lang="en-US" sz="12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08276"/>
            <a:ext cx="5284556" cy="737096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586" y="3784699"/>
            <a:ext cx="184245" cy="184249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245363" y="3643809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Procedimentos</a:t>
            </a:r>
            <a:endParaRPr lang="en-US" sz="12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25144"/>
            <a:ext cx="5284556" cy="737096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4586" y="4601567"/>
            <a:ext cx="184245" cy="184249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1245363" y="4460677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Valores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6835902" y="2010073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pic>
        <p:nvPicPr>
          <p:cNvPr id="1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2014" y="1873157"/>
            <a:ext cx="5284556" cy="737096"/>
          </a:xfrm>
          <a:prstGeom prst="rect">
            <a:avLst/>
          </a:prstGeom>
        </p:spPr>
      </p:pic>
      <p:pic>
        <p:nvPicPr>
          <p:cNvPr id="20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5125" y="2149580"/>
            <a:ext cx="184245" cy="184249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>
            <a:off x="6835902" y="2008690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Linguagem personalizada</a:t>
            </a:r>
            <a:endParaRPr lang="en-US" sz="120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2014" y="2690025"/>
            <a:ext cx="5284556" cy="737096"/>
          </a:xfrm>
          <a:prstGeom prst="rect">
            <a:avLst/>
          </a:prstGeom>
        </p:spPr>
      </p:pic>
      <p:pic>
        <p:nvPicPr>
          <p:cNvPr id="23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5125" y="2966448"/>
            <a:ext cx="184245" cy="184249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6835902" y="2825558"/>
            <a:ext cx="456513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Regras de atendimento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661475" y="5241826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Dentista fala de um jeito, dermatologista de outro. O assistente se adapta ao nicho e à personalidade do negócio.</a:t>
            </a:r>
            <a:endParaRPr lang="en-US" sz="950" dirty="0"/>
          </a:p>
        </p:txBody>
      </p:sp>
      <p:sp>
        <p:nvSpPr>
          <p:cNvPr id="26" name="Shape 10"/>
          <p:cNvSpPr/>
          <p:nvPr/>
        </p:nvSpPr>
        <p:spPr>
          <a:xfrm>
            <a:off x="661475" y="5493742"/>
            <a:ext cx="10868745" cy="375047"/>
          </a:xfrm>
          <a:prstGeom prst="roundRect">
            <a:avLst>
              <a:gd name="adj" fmla="val 1375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305" y="5610920"/>
            <a:ext cx="153488" cy="122833"/>
          </a:xfrm>
          <a:prstGeom prst="rect">
            <a:avLst/>
          </a:prstGeom>
        </p:spPr>
      </p:pic>
      <p:sp>
        <p:nvSpPr>
          <p:cNvPr id="28" name="Text 11"/>
          <p:cNvSpPr/>
          <p:nvPr/>
        </p:nvSpPr>
        <p:spPr>
          <a:xfrm>
            <a:off x="1060622" y="5604173"/>
            <a:ext cx="1095635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define as regras. A IA segue as regras.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6195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 se um cliente chamar às 23h?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3052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23h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79045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Horário do atendimento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363135" y="293052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min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4363135" y="379045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 'Oi' ao agendamento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064794" y="293052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kern="0" spc="-1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—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8064794" y="3790454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Automático no primeiro atendimento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1475" y="459363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Enquanto sua equipe descansa, o cliente continua sendo atendido.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792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Veja a assistente trabalhando na prática.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45495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Imagine essa assistente atendendo os clientes do seu negócio.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407392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Queremos que você veja com seus próprios olhos como a IA funciona no contexto real do seu negócio. Podemos fazer uma demonstração personalizada usando o nome, procedimentos e linguagem do seu negócio.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10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 braço direito para sua equipe.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99741"/>
            <a:ext cx="5339820" cy="2543473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75881" y="2114153"/>
            <a:ext cx="4911007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Configuração Personalizada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75881" y="2581970"/>
            <a:ext cx="4911007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R$ 500</a:t>
            </a:r>
            <a:endParaRPr lang="en-US" sz="5100" dirty="0"/>
          </a:p>
        </p:txBody>
      </p:sp>
      <p:sp>
        <p:nvSpPr>
          <p:cNvPr id="6" name="Text 4"/>
          <p:cNvSpPr/>
          <p:nvPr/>
        </p:nvSpPr>
        <p:spPr>
          <a:xfrm>
            <a:off x="875881" y="3510558"/>
            <a:ext cx="49110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(Pagamento único)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completa e personalizada para o negócio.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0301" y="1899741"/>
            <a:ext cx="5339919" cy="2543473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4708" y="2114153"/>
            <a:ext cx="4911106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Assistente Ativo 24/7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4708" y="2581970"/>
            <a:ext cx="4911106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b="1" kern="0" spc="-15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R$ 350/mês</a:t>
            </a:r>
            <a:endParaRPr lang="en-US" sz="5100" dirty="0"/>
          </a:p>
        </p:txBody>
      </p:sp>
      <p:sp>
        <p:nvSpPr>
          <p:cNvPr id="10" name="Text 8"/>
          <p:cNvSpPr/>
          <p:nvPr/>
        </p:nvSpPr>
        <p:spPr>
          <a:xfrm>
            <a:off x="6404708" y="3510558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 ativo 24 horas + suporte técnico incluso.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1475" y="465584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contrato longo. Sem taxa de cancelamento. Cancele quando quiser.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517088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438577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540712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objetivo não é substituir sua equipe. É fazer sua equipe render mais.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492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Quer ver como isso funcionaria no seu negócio?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1551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Demonstração personalizada e gratuita.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347146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Podemos configurar uma demonstração usando o nome, procedimentos e linguagem do seu negócio para você visualizar como seria o atendimento na prática.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Ativo em menos de 48h.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489" y="4288929"/>
            <a:ext cx="2010717" cy="519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637</Words>
  <Application>Microsoft Office PowerPoint</Application>
  <PresentationFormat>Widescreen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Inter</vt:lpstr>
      <vt:lpstr>Inter Bold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Yago Gianni</cp:lastModifiedBy>
  <cp:revision>2</cp:revision>
  <dcterms:created xsi:type="dcterms:W3CDTF">2026-08-19T18:27:29Z</dcterms:created>
  <dcterms:modified xsi:type="dcterms:W3CDTF">2026-08-20T19:02:52Z</dcterms:modified>
</cp:coreProperties>
</file>